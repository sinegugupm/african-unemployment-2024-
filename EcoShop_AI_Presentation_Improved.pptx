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yourself and the project. Mention focus on AI and sustainability.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why businesses need data to understand customer behavior.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what the project aimed to achieve.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Briefly explain what kind of data you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why cleaning data is important.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new variables help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the most important findings.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behavior differences between groups.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simply what clustering means.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Briefly describe each segment.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why this matters for business.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Link findings to sustainability goals.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practical business actions.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Mention visuals and live demo capability.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Summarize and thank audience.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EcoShop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Sustainable Shopping Optimizer</a:t>
            </a:r>
          </a:p>
          <a:p>
            <a:r>
              <a:t>SDG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Retail is competitive</a:t>
            </a:r>
          </a:p>
          <a:p>
            <a:r>
              <a:t>Understanding customers is key</a:t>
            </a:r>
          </a:p>
          <a:p>
            <a:r>
              <a:t>Data + AI improves decisions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 customers</a:t>
            </a:r>
          </a:p>
          <a:p>
            <a:r>
              <a:t>Find top categories</a:t>
            </a:r>
          </a:p>
          <a:p>
            <a:r>
              <a:t>Understand trends</a:t>
            </a:r>
          </a:p>
          <a:p>
            <a:r>
              <a:t>Build AI model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100,000 transactions</a:t>
            </a:r>
          </a:p>
          <a:p>
            <a:r>
              <a:t>Customer + sales data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Cleaned data</a:t>
            </a:r>
          </a:p>
          <a:p>
            <a:r>
              <a:t>Removed errors</a:t>
            </a:r>
          </a:p>
          <a:p>
            <a:r>
              <a:t>Converted dates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amount</a:t>
            </a:r>
          </a:p>
          <a:p>
            <a:r>
              <a:t>Age groups</a:t>
            </a:r>
          </a:p>
          <a:p>
            <a:r>
              <a:t>Spending levels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Clothing = top revenue</a:t>
            </a:r>
          </a:p>
          <a:p>
            <a:r>
              <a:t>Top malls identified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Behaviour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Seniors spend more</a:t>
            </a:r>
          </a:p>
          <a:p>
            <a:r>
              <a:t>Bulk buying patterns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K-Means clustering</a:t>
            </a:r>
          </a:p>
          <a:p>
            <a:r>
              <a:t>3 key features used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Segments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4 groups identified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High spenders drive revenue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SDG 12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Reduce overconsumption</a:t>
            </a:r>
          </a:p>
          <a:p>
            <a:r>
              <a:t>Promote sustainability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Target high spenders</a:t>
            </a:r>
          </a:p>
          <a:p>
            <a:r>
              <a:t>Encourage mindful shopping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Interactive Power BI dashboards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+ Data improves retail</a:t>
            </a:r>
          </a:p>
          <a:p>
            <a:r>
              <a:t>Supports sustainability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